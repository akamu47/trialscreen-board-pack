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73152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Synthesis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Research &amp; Strategic Decisions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— 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tells 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12–18 month window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951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 — Path A vs Path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7340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340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agent 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172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172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comms strategy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org implications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050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0507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decisions for the board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research documents.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consensus themes.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decisions to make.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97180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commissioned research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$1.05M–$1.64M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AI comms investment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window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RESEARCH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documents that ground the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 Strategic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strategy + competitor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A vs B; three-agent MVP over 12-agent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 Comms Principles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operating principles for the comms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Cadence, channel discipline, claim discipline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 AI Agent Blueprint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+ regulatory 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corpus (R01–R12); Year 1 cost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 AI Operating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Workflow-stage capability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→ critic → compliance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 Growth &amp; Comms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calendar + KPI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Discoverability positioning; 13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WHAT’S NEW VS WHAT’S VALIDATED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reinforces prior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introduces new frames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EXISTING 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prior strategy documents remain valid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analysis, paid-advertising benchmarks, B2B strategy all reinforced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aligns with series-based approach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Hub provides infrastructure foundation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3977640" cy="29718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IDEAS INTRODUCED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/ Path B as explicit binary choice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Friends as retention + diversity (not demand gen)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site as trust asset (not conversion funnel)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Diversity-plan-as-a-service product 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Post-enrolment retention as priced product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SDK model (like Antidote)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Discoverability Index recurring asset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CONSENSUS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themes every document agrees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is non-negotiable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6636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architecture is the critical gap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Friends = retention + diversity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credibility is underused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 is higher than treated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7066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content compounds; singletons don’t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328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segmentation is insufficient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operational baseline before 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50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is commercial + compliance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950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6636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 window is real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THE WINDOW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timing matters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consolidation is compressing the window for independent matchers.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236976"/>
            <a:ext cx="91440" cy="9144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Tempus / Deep 6 and TriNetX / Clinerion consolidating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84448"/>
            <a:ext cx="91440" cy="9144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564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OPDP enforcement spiked late 2025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91440" cy="9144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0390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high-risk classification: full effect August 2027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79392"/>
            <a:ext cx="91440" cy="9144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5137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response: an explicit strategic choice now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THE STRATEGIC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or Path 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3977640" cy="288036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 —  RED-TEAM PREFERRED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rare-disease specialist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3–5 rare-disease verticals in North America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Friends as operational spine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acquisition target in 12–18 months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APAC, CRO marketplace, 12-agent 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77640" cy="288036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patient-matching platform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to capture category before consolidation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substantially larger funding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execution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Board decision required. </a:t>
            </a:r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drift toward Path B = likely suboptimal given constraints.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 wedge is insider credibility + community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“trusted discovery.”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Credentialed leadership bench (Cascade, Hugo, Emily) is the under-deployed asset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29514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Friends is retention + diversity infrastructure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search engine is a trust asset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3192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before expanding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831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38313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 window is real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AI AGENT SYSTEM (MVP)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agents. Human approval on everything.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autonomy on publication.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46888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Drafter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First-draft 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4.6 / Haiku 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on publication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Guardrail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12-rule policy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 authority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memos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+ Sonnet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here. Expand through phased architecture only when MVP demonstrates stable compliance.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FULL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to 11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1993392" cy="310896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199339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Drafter, Compliance Guardrail, 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508760"/>
            <a:ext cx="1993392" cy="310896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2" name="Shape 10"/>
          <p:cNvSpPr/>
          <p:nvPr/>
        </p:nvSpPr>
        <p:spPr>
          <a:xfrm>
            <a:off x="2542032" y="1508760"/>
            <a:ext cx="199339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6916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24912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24912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agents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24912" y="2926080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Signal, Evidence, Supervisor, Trial Ingestion, Audience Builder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508760"/>
            <a:ext cx="1993392" cy="310896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1508760"/>
            <a:ext cx="199339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6916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9744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agents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9744" y="2926080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Audience/Language, GEO Search, Community Mgmt, Creative Ops, Paid Media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11696" y="1508760"/>
            <a:ext cx="1993392" cy="310896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711696" y="1508760"/>
            <a:ext cx="199339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5" name="Text 23"/>
          <p:cNvSpPr/>
          <p:nvPr/>
        </p:nvSpPr>
        <p:spPr>
          <a:xfrm>
            <a:off x="6894576" y="16916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18–24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94576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94576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agents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94576" y="2926080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Outreach, Intake Triage, Measurement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—  KILL CRITERIA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seven events — immediate pause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OPDP enforcement or warning letter referencing TrialScreen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rejection tied to AI fabrication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58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synthetic patient testimonial published on any TrialScreen surface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791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reach &lt;75% of plan for 2 consecutive months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998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998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recall on golden set drops below 90%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cross-sponsor data leakage in audit 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410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410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Patient-reported concern that Legal considers actionable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—  COMMS &amp; GROWTH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 by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64592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Sponsors, CROs,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+ trust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posts/week from named leaders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industry buyers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+ authority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deep piece/month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blog/site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+ 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major pieces/month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condition 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Patients, caregivers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Refreshed weekly by priority 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/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Patients, community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+ trust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Warmer, shorter, visual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nurture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prospects,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touches/month per 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Webinars / roundtables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Buyers, sites,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+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Podcast / 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cadence sustainable; start Patient Voices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—  PUBLISHING CADENCE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rhythm the comms machine must hold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piece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8229600" cy="7315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from a leader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229600" cy="7315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case study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7315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patient-voice piece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8229600" cy="7315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“State of [Condition]” report per vertical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—  FLAGSHIP SERIES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recurring assets that compound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3977640" cy="13716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Discoverability Index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market intelligence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977640" cy="13716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[Condition]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per active vertical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977640" cy="13716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Voices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interview franchise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3977640" cy="13716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Case Studies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Quarterly, named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—  ORG IMPLICATIONS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roles required to run this safely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4023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Comms / Editor-in-Chief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approval, calendar,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 Editor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 of every AI-assisted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Affairs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0.4–0.6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corpus; MA/RA review gate; kill-criteria authority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Affairs 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0.3–0.5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Claim-bearing content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lead / architect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system build; infra; tenant isolation; audit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AI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eval; policy corpus implementation; prompt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Owner /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Case-study math; metric validation; source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/ Demand Gen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Distribution; attribution; paid-media oversight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/ Operations representative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and patient-handoff reality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regulatory counsel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review; DPA templates; first-wave AI material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— 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buy, borrow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324612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TrialScreen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corpus (12 rules)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state machine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infrastructure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(7-year)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library with expiry dates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324612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37160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24028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Opus/Sonnet/Haiku APIs (BAA)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or Weaviate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or Salesforce CRM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GA4, ad platform APIs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24612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 Temporal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frameworks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— 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phases over 24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5486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0–8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 — hire, infra, policy v1, MVP build, golden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0–6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 professionalisation — cadence, case studies,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0–3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Monetisation validation — 3–5 sponsor pricing cohort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9–24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live in Scleroderma at Research Friends (100% human review)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3–12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Rare-disease vertical depth — 3–5 verticals; quarterly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25–40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verticals + GEO + Creative Ops + Supervisor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3–12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 update — homepage, deck, social once proof exists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41–60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Media Planner + Partner Outreach + Intake Triage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checkpoint: compliance, equity, commercial signal, kill-criteria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— 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investment envelope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$1.05M – $1.64M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AI comms operation (compliant)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7315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4747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 costs are minor ($10K–$25K)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59352"/>
            <a:ext cx="7315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82219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dominated by people: regulatory/legal labour + senior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306824"/>
            <a:ext cx="73152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16966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below $1M is not compliant given FDA OPDP enforcement environment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—  YEAR 2 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planning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Year 1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32004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5 verticals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+25–35%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4747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Year 1 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live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+50–70%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Year 1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— 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decisions for the 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or Path B?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7800" y="14173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positioning: community specialist vs discoverability authority?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monetisation: per-referral, per-enrolment, or SaaS?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2194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site: trust asset or conversion surface?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AI comms budget: $1M+ approved?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2971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investment: 3–5 episodes or monthly cadence?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 posture: single standard string from day one?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7800" y="3749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comms? Named head with authority, budget, analytics?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—  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Head of Comms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sponsor monetisation cohort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32004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corpus v1 + external review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case studies commissioned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cadence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24028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Three-agent MVP built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passes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Scleroderma vertical deepened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case study published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—  RISKS &amp; MITIGATIONS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five risks, and how we manage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01696F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 OPDP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Guardrail + MA/RA review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IRB capacity bottleneck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Pre-approved modular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testimonial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veto in Guardrail; advocacy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track from 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Under-funding creates compliance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to $1M+ or defer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1097280"/>
            <a:ext cx="54864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clear.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choices are explicit.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decisions.   90 days.   $1M+.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the category’s clearest specialist.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TRIALSCREEN  —  BOARD SYNTHESIS  —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TrialScreen Board Synthesis</dc:title>
  <dc:subject>PptxGenJS Presentation</dc:subject>
  <dc:creator>PptxGenJS</dc:creator>
  <cp:lastModifiedBy>PptxGenJS</cp:lastModifiedBy>
  <cp:revision>1</cp:revision>
  <dcterms:created xsi:type="dcterms:W3CDTF">2026-04-22T08:42:28Z</dcterms:created>
  <dcterms:modified xsi:type="dcterms:W3CDTF">2026-04-22T08:42:28Z</dcterms:modified>
</cp:coreProperties>
</file>